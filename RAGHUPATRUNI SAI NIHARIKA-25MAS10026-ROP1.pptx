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06" y="0"/>
            <a:ext cx="18153512" cy="10293231"/>
          </a:xfrm>
          <a:custGeom>
            <a:avLst/>
            <a:gdLst/>
            <a:ahLst/>
            <a:cxnLst/>
            <a:rect r="r" b="b" t="t" l="l"/>
            <a:pathLst>
              <a:path h="10293231" w="18153512">
                <a:moveTo>
                  <a:pt x="0" y="0"/>
                </a:moveTo>
                <a:lnTo>
                  <a:pt x="18153512" y="0"/>
                </a:lnTo>
                <a:lnTo>
                  <a:pt x="18153512" y="10293231"/>
                </a:lnTo>
                <a:lnTo>
                  <a:pt x="0" y="1029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6" y="0"/>
            <a:ext cx="18258482" cy="10283020"/>
          </a:xfrm>
          <a:custGeom>
            <a:avLst/>
            <a:gdLst/>
            <a:ahLst/>
            <a:cxnLst/>
            <a:rect r="r" b="b" t="t" l="l"/>
            <a:pathLst>
              <a:path h="10283020" w="18258482">
                <a:moveTo>
                  <a:pt x="0" y="0"/>
                </a:moveTo>
                <a:lnTo>
                  <a:pt x="18258482" y="0"/>
                </a:lnTo>
                <a:lnTo>
                  <a:pt x="18258482" y="10283020"/>
                </a:lnTo>
                <a:lnTo>
                  <a:pt x="0" y="1028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224"/>
            <a:ext cx="18295362" cy="10252331"/>
          </a:xfrm>
          <a:custGeom>
            <a:avLst/>
            <a:gdLst/>
            <a:ahLst/>
            <a:cxnLst/>
            <a:rect r="r" b="b" t="t" l="l"/>
            <a:pathLst>
              <a:path h="10252331" w="18295362">
                <a:moveTo>
                  <a:pt x="0" y="0"/>
                </a:moveTo>
                <a:lnTo>
                  <a:pt x="18295362" y="0"/>
                </a:lnTo>
                <a:lnTo>
                  <a:pt x="18295362" y="10252332"/>
                </a:lnTo>
                <a:lnTo>
                  <a:pt x="0" y="1025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48"/>
            <a:ext cx="18295068" cy="10270156"/>
          </a:xfrm>
          <a:custGeom>
            <a:avLst/>
            <a:gdLst/>
            <a:ahLst/>
            <a:cxnLst/>
            <a:rect r="r" b="b" t="t" l="l"/>
            <a:pathLst>
              <a:path h="10270156" w="18295068">
                <a:moveTo>
                  <a:pt x="0" y="0"/>
                </a:moveTo>
                <a:lnTo>
                  <a:pt x="18295068" y="0"/>
                </a:lnTo>
                <a:lnTo>
                  <a:pt x="18295068" y="10270156"/>
                </a:lnTo>
                <a:lnTo>
                  <a:pt x="0" y="10270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114"/>
            <a:ext cx="18295068" cy="10226706"/>
          </a:xfrm>
          <a:custGeom>
            <a:avLst/>
            <a:gdLst/>
            <a:ahLst/>
            <a:cxnLst/>
            <a:rect r="r" b="b" t="t" l="l"/>
            <a:pathLst>
              <a:path h="10226706" w="18295068">
                <a:moveTo>
                  <a:pt x="0" y="0"/>
                </a:moveTo>
                <a:lnTo>
                  <a:pt x="18295068" y="0"/>
                </a:lnTo>
                <a:lnTo>
                  <a:pt x="18295068" y="10226705"/>
                </a:lnTo>
                <a:lnTo>
                  <a:pt x="0" y="102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2" y="0"/>
            <a:ext cx="18264037" cy="10287982"/>
          </a:xfrm>
          <a:custGeom>
            <a:avLst/>
            <a:gdLst/>
            <a:ahLst/>
            <a:cxnLst/>
            <a:rect r="r" b="b" t="t" l="l"/>
            <a:pathLst>
              <a:path h="10287982" w="18264037">
                <a:moveTo>
                  <a:pt x="0" y="0"/>
                </a:moveTo>
                <a:lnTo>
                  <a:pt x="18264037" y="0"/>
                </a:lnTo>
                <a:lnTo>
                  <a:pt x="18264037" y="10287982"/>
                </a:lnTo>
                <a:lnTo>
                  <a:pt x="0" y="1028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9" y="0"/>
            <a:ext cx="18266341" cy="10288438"/>
          </a:xfrm>
          <a:custGeom>
            <a:avLst/>
            <a:gdLst/>
            <a:ahLst/>
            <a:cxnLst/>
            <a:rect r="r" b="b" t="t" l="l"/>
            <a:pathLst>
              <a:path h="10288438" w="18266341">
                <a:moveTo>
                  <a:pt x="0" y="0"/>
                </a:moveTo>
                <a:lnTo>
                  <a:pt x="18266341" y="0"/>
                </a:lnTo>
                <a:lnTo>
                  <a:pt x="18266341" y="10288438"/>
                </a:lnTo>
                <a:lnTo>
                  <a:pt x="0" y="10288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661"/>
            <a:ext cx="18285564" cy="10252101"/>
          </a:xfrm>
          <a:custGeom>
            <a:avLst/>
            <a:gdLst/>
            <a:ahLst/>
            <a:cxnLst/>
            <a:rect r="r" b="b" t="t" l="l"/>
            <a:pathLst>
              <a:path h="10252101" w="18285564">
                <a:moveTo>
                  <a:pt x="0" y="0"/>
                </a:moveTo>
                <a:lnTo>
                  <a:pt x="18285564" y="0"/>
                </a:lnTo>
                <a:lnTo>
                  <a:pt x="18285564" y="10252101"/>
                </a:lnTo>
                <a:lnTo>
                  <a:pt x="0" y="10252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06"/>
            <a:ext cx="18285707" cy="10281179"/>
          </a:xfrm>
          <a:custGeom>
            <a:avLst/>
            <a:gdLst/>
            <a:ahLst/>
            <a:cxnLst/>
            <a:rect r="r" b="b" t="t" l="l"/>
            <a:pathLst>
              <a:path h="10281179" w="18285707">
                <a:moveTo>
                  <a:pt x="0" y="0"/>
                </a:moveTo>
                <a:lnTo>
                  <a:pt x="18285707" y="0"/>
                </a:lnTo>
                <a:lnTo>
                  <a:pt x="18285707" y="10281179"/>
                </a:lnTo>
                <a:lnTo>
                  <a:pt x="0" y="10281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62" y="0"/>
            <a:ext cx="18211728" cy="10292949"/>
          </a:xfrm>
          <a:custGeom>
            <a:avLst/>
            <a:gdLst/>
            <a:ahLst/>
            <a:cxnLst/>
            <a:rect r="r" b="b" t="t" l="l"/>
            <a:pathLst>
              <a:path h="10292949" w="18211728">
                <a:moveTo>
                  <a:pt x="0" y="0"/>
                </a:moveTo>
                <a:lnTo>
                  <a:pt x="18211728" y="0"/>
                </a:lnTo>
                <a:lnTo>
                  <a:pt x="18211728" y="10292949"/>
                </a:lnTo>
                <a:lnTo>
                  <a:pt x="0" y="10292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06"/>
            <a:ext cx="18285707" cy="10281179"/>
          </a:xfrm>
          <a:custGeom>
            <a:avLst/>
            <a:gdLst/>
            <a:ahLst/>
            <a:cxnLst/>
            <a:rect r="r" b="b" t="t" l="l"/>
            <a:pathLst>
              <a:path h="10281179" w="18285707">
                <a:moveTo>
                  <a:pt x="0" y="0"/>
                </a:moveTo>
                <a:lnTo>
                  <a:pt x="18285707" y="0"/>
                </a:lnTo>
                <a:lnTo>
                  <a:pt x="18285707" y="10281179"/>
                </a:lnTo>
                <a:lnTo>
                  <a:pt x="0" y="10281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114"/>
            <a:ext cx="18295068" cy="10226706"/>
          </a:xfrm>
          <a:custGeom>
            <a:avLst/>
            <a:gdLst/>
            <a:ahLst/>
            <a:cxnLst/>
            <a:rect r="r" b="b" t="t" l="l"/>
            <a:pathLst>
              <a:path h="10226706" w="18295068">
                <a:moveTo>
                  <a:pt x="0" y="0"/>
                </a:moveTo>
                <a:lnTo>
                  <a:pt x="18295068" y="0"/>
                </a:lnTo>
                <a:lnTo>
                  <a:pt x="18295068" y="10226705"/>
                </a:lnTo>
                <a:lnTo>
                  <a:pt x="0" y="102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" y="0"/>
            <a:ext cx="18280871" cy="10288438"/>
          </a:xfrm>
          <a:custGeom>
            <a:avLst/>
            <a:gdLst/>
            <a:ahLst/>
            <a:cxnLst/>
            <a:rect r="r" b="b" t="t" l="l"/>
            <a:pathLst>
              <a:path h="10288438" w="18280871">
                <a:moveTo>
                  <a:pt x="0" y="0"/>
                </a:moveTo>
                <a:lnTo>
                  <a:pt x="18280871" y="0"/>
                </a:lnTo>
                <a:lnTo>
                  <a:pt x="18280871" y="10288438"/>
                </a:lnTo>
                <a:lnTo>
                  <a:pt x="0" y="10288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382"/>
            <a:ext cx="18295413" cy="10244856"/>
          </a:xfrm>
          <a:custGeom>
            <a:avLst/>
            <a:gdLst/>
            <a:ahLst/>
            <a:cxnLst/>
            <a:rect r="r" b="b" t="t" l="l"/>
            <a:pathLst>
              <a:path h="10244856" w="18295413">
                <a:moveTo>
                  <a:pt x="0" y="0"/>
                </a:moveTo>
                <a:lnTo>
                  <a:pt x="18295413" y="0"/>
                </a:lnTo>
                <a:lnTo>
                  <a:pt x="18295413" y="10244856"/>
                </a:lnTo>
                <a:lnTo>
                  <a:pt x="0" y="102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DAG66c0_ft8</dc:identifier>
  <dcterms:modified xsi:type="dcterms:W3CDTF">2011-08-01T06:04:30Z</dcterms:modified>
  <cp:revision>1</cp:revision>
</cp:coreProperties>
</file>